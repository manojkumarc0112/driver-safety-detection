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7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2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05/08/2026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05-08-2026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t>05-08-2026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05-08-2026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05-08-2026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05-08-2026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05-08-2026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05-08-2026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05-08-2026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05-08-2026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05-08-2026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05-08-2026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05-08-2026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Dr./Mr./Ms./Prof.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School of </a:t>
            </a:r>
            <a:r>
              <a:rPr lang="en-US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Artificial Intelligence &amp; Advanced Computing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Internship Coordinator: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Geetha Arjunan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CSS7000 -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Review-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TITLE OF THE PROJECT / WORK ASSIGNED / DOMAIN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slide should include Overview of the company or organization, products and clients etc..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is restricted to 3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domain/Technology during your Internship like Features, Importance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4</a:t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your team, working project and reporting to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5</a:t>
            </a:fld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challenges faced in searching Internship, cracking the interview, getting adjusted with the team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6</a:t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Purpose and usage of your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7</a:t>
            </a:fld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8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10</a:t>
            </a:fld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</Words>
  <Application>Microsoft Office PowerPoint</Application>
  <PresentationFormat>Widescreen</PresentationFormat>
  <Paragraphs>49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Github Link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Dr. Geetha Arjunan -Asso.Prof-SCSE</cp:lastModifiedBy>
  <cp:revision>720</cp:revision>
  <dcterms:created xsi:type="dcterms:W3CDTF">2022-10-14T07:18:00Z</dcterms:created>
  <dcterms:modified xsi:type="dcterms:W3CDTF">2026-08-05T13:43:46Z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CE4ACBFC5DE649D1ABE62E4F106BA2EA_13</vt:lpwstr>
  </property>
</Properties>
</file>