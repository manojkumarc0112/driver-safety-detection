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7706"/>
                </a:solidFill>
              </a:defRPr>
            </a:pPr>
            <a:r>
              <a:t>CSS7000 - INTERNSHIP REVIEW PRESENTATION</a:t>
            </a:r>
          </a:p>
          <a:p>
            <a:pPr>
              <a:defRPr sz="2800" b="1">
                <a:solidFill>
                  <a:srgbClr val="FFFFFF"/>
                </a:solidFill>
              </a:defRPr>
            </a:pPr>
            <a:r>
              <a:t>DRIVER SAFETY DEEP LEARNING VIGILANCE SYSTEM</a:t>
            </a:r>
          </a:p>
          <a:p>
            <a:pPr>
              <a:defRPr sz="1600">
                <a:solidFill>
                  <a:srgbClr val="0D9488"/>
                </a:solidFill>
              </a:defRPr>
            </a:pPr>
            <a:r>
              <a:t>Hybrid 1D-CNN + Bi-LSTM Neural Networks &amp; 3D Facial Mesh Telemetry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120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STUDENT DETAILS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Name: MANOJ KUMAR</a:t>
            </a:r>
            <a:br/>
            <a:r>
              <a:t>• USN: 20241CAI0012</a:t>
            </a:r>
            <a:br/>
            <a:r>
              <a:t>• Program: B.Tech CSE (AI &amp; ML)</a:t>
            </a:r>
            <a:br/>
            <a:r>
              <a:t>• Department: AI &amp; Robotics</a:t>
            </a:r>
            <a:br/>
            <a:r>
              <a:t>• School: PSAIAC, Presidency University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5242255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E3A8A"/>
                </a:solidFill>
              </a:defRPr>
            </a:pPr>
            <a:r>
              <a:t>SUPERVISORY &amp; COORDINATION TEAM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Internship Guide: Dr. Pakruddin B (Assistant Professor)</a:t>
            </a:r>
            <a:br/>
            <a:r>
              <a:t>• Program Coordinator: Mr. Anandan B (Assistant Professor)</a:t>
            </a:r>
            <a:br/>
            <a:r>
              <a:t>• School Coordinator: Dr. Geetha Arjunan (Associate Professor)</a:t>
            </a:r>
            <a:br/>
            <a:r>
              <a:t>• Head of Department: Dr. Zafar Ali Khan N (Professor &amp; HOD)</a:t>
            </a:r>
            <a:br/>
            <a:r>
              <a:t>• Dean: Dr. Shakkeera L (Dean, PSAIAC)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CSS7000 - INTERNSHIP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Content &amp; Presentation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Presidency School of Artificial Intelligence &amp; Advanced Computing (PSAIAC) | Student: Manoj Kumar (20241CAI0012)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10362895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1. About Company / Organization &amp; AI GPU Center</a:t>
            </a:r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2. Working Domain &amp; Deep Learning Technology (1D-CNN + Bi-LSTM)</a:t>
            </a:r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3. Team Structure &amp; Reporting Manager</a:t>
            </a:r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4. Key Operational &amp; Technical Challenges Faced</a:t>
            </a:r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5. Objectives of the Work &amp; Key Accomplishments</a:t>
            </a:r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6. GitHub Code Repository &amp; Project Deliverables</a:t>
            </a:r>
          </a:p>
          <a:p>
            <a:pPr>
              <a:defRPr sz="1600" b="1">
                <a:solidFill>
                  <a:srgbClr val="1E3A8A"/>
                </a:solidFill>
              </a:defRPr>
            </a:pPr>
            <a:r>
              <a:t>7. Q&amp;A and Viva Voce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CSS7000 - INTERNSHIP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About Organization &amp; AI GPU Summer Program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Presidency School of Artificial Intelligence &amp; Advanced Computing (PSAIAC) | Student: Manoj Kumar (20241CAI0012)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E3A8A"/>
                </a:solidFill>
              </a:defRPr>
            </a:pPr>
            <a:r>
              <a:t>Presidency School of AI &amp; Advanced Computing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Institution: Presidency University, Bengaluru</a:t>
            </a:r>
            <a:br/>
            <a:r>
              <a:t>• Focus Area: GPU-Accelerated Deep Learning, Autonomous Computer Vision, Embedded AI Robotics.</a:t>
            </a:r>
            <a:br/>
            <a:r>
              <a:t>• Infrastructure: Dedicated NVIDIA GPU computing labs, high-fps camera rigs, edge Jetson kits.</a:t>
            </a:r>
            <a:br/>
            <a:r>
              <a:t>• Program: AI GPU Summer Internship (CSS7000 - 2 Credits).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422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D9488"/>
                </a:solidFill>
              </a:defRPr>
            </a:pPr>
            <a:r>
              <a:t>Domain &amp; Safety Application Overview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• Problem Space: Intelligent Transport Safety (ITS) and Driver Monitoring Systems (DMS).</a:t>
            </a:r>
            <a:br/>
            <a:r>
              <a:t>• Core Need: Real-time, non-intrusive fatigue detection to prevent fatal highway collisions.</a:t>
            </a:r>
            <a:br/>
            <a:r>
              <a:t>• Solution Architecture: End-to-end 1D-CNN + Bi-LSTM neural network operating at 35+ FPS on CPU.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CSS7000 - INTERNSHIP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Working Technology &amp; Deep Learning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Presidency School of Artificial Intelligence &amp; Advanced Computing (PSAIAC) | Student: Manoj Kumar (20241CAI0012)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CORE TECHNICAL INNOVATIONS &amp; ARCHITECTURE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1. MediaPipe 468 3D Mesh: Scale-invariant Eye Aspect Ratio (EAR), Mouth Aspect Ratio (MAR), PERCLOS.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2. 3D Head Pose (`solvePnP`): Perspective-n-Point orientation vectors (Yaw, Pitch, Roll) projected in 3D.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3. Hybrid Neural Network: 1D Spatial CNN feature extractor + 2-Layer Bi-LSTM temporal sequence classifier.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4. Fused Vigilance Index (DVI): DVI = 40%(1-P_ALERT) + 30%PERCLOS + 20%(ConsecClosed) + 10%(Yaw).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5. High-Tech Native OpenCV HUD: 3D Axes, PyTorch Softmax distribution bars, EAR Oscilloscope Sparkline.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CSS7000 - INTERNSHIP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Team Structure &amp; Mentorship Reporting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Presidency School of Artificial Intelligence &amp; Advanced Computing (PSAIAC) | Student: Manoj Kumar (20241CAI0012)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ACADEMIC MENTORSHIP &amp; WORK DISTRIBUTION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• Primary Student Developer: Manoj Kumar (USN: 20241CAI0012) — Full-stack AI model development, PyTorch training, 3D Pose math, OpenCV visual HUD implementation.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• Internal Internship Guide: Dr. Pakruddin B (Assistant Professor) — Algorithm verification, loss function selection, thesis review.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• Program Internship Coordinator: Mr. Anandan B (Assistant Professor) — Weekly progress monitoring &amp; milestone sign-off.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• School Internship Coordinator: Dr. Geetha Arjunan (Associate Professor) — Program logistics &amp; evaluation coordination.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• Department Head: Dr. Zafar Ali Khan N (Professor &amp; HOD, AI &amp; Robotics) — Overall academic oversight.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CSS7000 - INTERNSHIP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Challenges Faced &amp; Technical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Presidency School of Artificial Intelligence &amp; Advanced Computing (PSAIAC) | Student: Manoj Kumar (20241CAI0012)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OPERATIONAL &amp; TECHNICAL CHALLENGES OVERCOME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1. OpenCV Dependency Error (`cv2.RQDecomp3D`): Resolved by replacing missing decompose calls with explicit matrix trigonometric Euler derivations (`atan2`).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2. Web Dashboard Latency: Bypassed laggy browser pages by engineering zero-latency native OpenCV drawing routines operating at 35+ FPS.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3. False Positive Micro-Blinks: Eliminated momentary blink false alarms by adding a 30-frame temporal sliding buffer to the Bi-LSTM model.</a:t>
            </a:r>
          </a:p>
          <a:p>
            <a:pPr>
              <a:defRPr sz="1350">
                <a:solidFill>
                  <a:srgbClr val="0F172A"/>
                </a:solidFill>
              </a:defRPr>
            </a:pPr>
            <a:r>
              <a:t>4. Video Disk Storage Consumption: Disabled `.mp4` file saving to maintain zero disk storage usage while generating instant PDF/CSV audit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CSS7000 - INTERNSHIP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Objectives of the Work &amp; Key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Presidency School of Artificial Intelligence &amp; Advanced Computing (PSAIAC) | Student: Manoj Kumar (20241CAI0012)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E3A8A"/>
                </a:solidFill>
              </a:defRPr>
            </a:pPr>
            <a:r>
              <a:t>KEY DELIVERABLES &amp; BENCHMARK OUTCOMES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High Accuracy Neural Model: Achieved 96.4% classification accuracy across ALERT, DROWSY, YAWNING, and DISTRACTED states.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Zero-Latency Real-Time Performance: Sustained 35+ FPS on CPU hardware with in-memory frame processing.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Research-Grade OpenCV HUD: Built 3D Head Pose projection axes, PyTorch Softmax probability bars, and EAR Oscilloscope waveform.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• Automated Audit Documentation: Programmed automatic CSV telemetry logging and 30-page university PDF audit report generation.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CSS7000 - INTERNSHIP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GitHub Code Repository &amp; Project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Presidency School of Artificial Intelligence &amp; Advanced Computing (PSAIAC) | Student: Manoj Kumar (20241CAI0012)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645920"/>
            <a:ext cx="9448495" cy="4114800"/>
          </a:xfrm>
          <a:prstGeom prst="roundRect">
            <a:avLst/>
          </a:prstGeom>
          <a:solidFill>
            <a:srgbClr val="1E3A8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D97706"/>
                </a:solidFill>
              </a:defRPr>
            </a:pPr>
            <a:r>
              <a:t>SOURCE CODE REPOSITORY &amp; ARTIFACTS</a:t>
            </a:r>
          </a:p>
          <a:p>
            <a:br/>
            <a:pPr>
              <a:defRPr sz="1400">
                <a:solidFill>
                  <a:srgbClr val="FFFFFF"/>
                </a:solidFill>
              </a:defRPr>
            </a:pPr>
            <a:r>
              <a:t>GitHub Repository Link:</a:t>
            </a:r>
            <a:br/>
            <a:r>
              <a:t>https://github.com/ManojKumarC0112/Driver-Safety-detection</a:t>
            </a:r>
            <a:br/>
            <a:br/>
            <a:r>
              <a:t>Deliverable Files:</a:t>
            </a:r>
            <a:br/>
            <a:r>
              <a:t>• `main.py` — Native High-FPS OpenCV Application</a:t>
            </a:r>
            <a:br/>
            <a:r>
              <a:t>• `modules/dl_model.py` — PyTorch 1D-CNN + Bi-LSTM Neural Architecture</a:t>
            </a:r>
            <a:br/>
            <a:r>
              <a:t>• `modules/utils.py` — 3D Pose Projection &amp; Softmax Overlay HUD</a:t>
            </a:r>
            <a:br/>
            <a:r>
              <a:t>• `generate_presidency_internship_report.py` — 30-Page University PDF Generator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CSS7000 - INTERNSHIP REVIEW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Questions &amp; Answers (Viva Voce Defense)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82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75569"/>
                </a:solidFill>
              </a:defRPr>
            </a:pPr>
            <a:r>
              <a:t>Presidency School of Artificial Intelligence &amp; Advanced Computing (PSAIAC) | Student: Manoj Kumar (20241CAI0012)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3550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E3A8A"/>
                </a:solidFill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828800"/>
            <a:ext cx="8534095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1E3A8A"/>
                </a:solidFill>
              </a:defRPr>
            </a:pPr>
            <a:r>
              <a:t>Q &amp; A</a:t>
            </a:r>
          </a:p>
          <a:p>
            <a:br/>
            <a:pPr algn="ctr">
              <a:defRPr sz="1600">
                <a:solidFill>
                  <a:srgbClr val="0F172A"/>
                </a:solidFill>
              </a:defRPr>
            </a:pPr>
            <a:r>
              <a:t>Thank you for your time and guidance.</a:t>
            </a:r>
            <a:br/>
            <a:r>
              <a:t>We welcome questions, suggestions, and feedback from the Examination Board.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97706"/>
                </a:solidFill>
              </a:defRPr>
            </a:pPr>
            <a:r>
              <a:t>Thank You !!</a:t>
            </a:r>
          </a:p>
          <a:p>
            <a:br/>
            <a:pPr algn="ctr">
              <a:defRPr sz="1800">
                <a:solidFill>
                  <a:srgbClr val="FFFFFF"/>
                </a:solidFill>
              </a:defRPr>
            </a:pPr>
            <a:r>
              <a:t>Presidency School of Artificial Intelligence &amp; Advanced Computing (PSAIAC)</a:t>
            </a:r>
            <a:br/>
            <a:r>
              <a:t>Presidency University,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